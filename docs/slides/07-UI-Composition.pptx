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5D3B"/>
                </a:solidFill>
              </a:defRPr>
            </a:pPr>
            <a:r>
              <a:t>HidraWeb UI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Operational enterprise frontend for HidraAPI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819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Source of truth: backend capabilities, DTOs, permissions and realtime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1226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Designed for SONATRACH operational engineers, operators, supervisors, validators and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5D3B"/>
                </a:solidFill>
              </a:defRPr>
            </a:pPr>
            <a:r>
              <a:t>Application 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Top bar: environment, organization scope, language, user, notification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819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Left navigation: dynamic menu derived from permissions and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1226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Right contextual panel: filters, actions and event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Main workspace: workbench, topology, dashboard or detail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5D3B"/>
                </a:solidFill>
              </a:defRPr>
            </a:pPr>
            <a:r>
              <a:t>Command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KPI cards for alarms, leaks, incidents, risk and HSE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819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Topology mini-map and realtime status strip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1226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Operational event feed from SSE/STOMP where enabled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Designed for fast control-room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5D3B"/>
                </a:solidFill>
              </a:defRPr>
            </a:pPr>
            <a:r>
              <a:t>Module Workbench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Resource cards from /api/v1/{module}/workbench/resources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819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Server-side list/detail/search using generic workbench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1226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Action panel for command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Detail drawer with audit/evidence strip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5D3B"/>
                </a:solidFill>
              </a:defRPr>
            </a:pPr>
            <a:r>
              <a:t>Topology GIS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Current layers: facilities, pipeline-segments, topology-connections, topology-nodes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819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Leaflet GeoJSON renderer, marker clustering and popups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1226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Layer tree, legend, search and filter drawer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Gap: explicit pipeline-systems and pipelines layers unavailable from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5D3B"/>
                </a:solidFill>
              </a:defRPr>
            </a:pPr>
            <a:r>
              <a:t>Workflow and Validation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No invented states: exact states unavailable from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819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Use backend command endpoints for supported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1226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Validation pages require permission and impact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Escalation behavior marked as gap until backend metadata exists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5D3B"/>
                </a:solidFill>
              </a:defRPr>
            </a:pPr>
            <a:r>
              <a:t>Security &amp; Authorization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JWT bearer-token session through enterprise IdP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819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Route, menu, component and action 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1226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Permission catalog: /api/v1/security/permissions/catalog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Role-to-permission assignments are governance proposals until backend exposes them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5D3B"/>
                </a:solidFill>
              </a:defRPr>
            </a:pPr>
            <a:r>
              <a:t>Definition of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API call exists in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819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TypeScript strict, Zod forms, TanStack Query data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1226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FR/AR-ready labels and accessibility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Error, loading, empty, realtime and authorization states covered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